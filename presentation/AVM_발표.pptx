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방법별 최고)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0.86이라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2.41억, 범위 1.99억 ~ 2.84억, 신뢰도 0.83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2.41억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1.99억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2.84억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78~82%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8가지를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승강기·층수·세대수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건물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법정동·행정동 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법정동, 행정동 63개 연결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최근 3년만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−1,115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헐린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33,363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14,401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87%가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1.77배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가장 고른 성적을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8.3%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9.7%  ·  73%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0.86이라고 한 물건은 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0.56 → 실제 62%, 0.77 → 77%, 0.86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시세와 다르게 거래된 집이었다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126건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30.00㎡ 7층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평균 5% 낮게 나오는 이유)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2.41억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1.99 ~ 2.84억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동네 배율 1.78 = 2.38억, 건물 특징으로 1%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−13.4%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2.45억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2.04 ~ 2.95억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2%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+6.3%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5.45억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4.00 ~ 7.95억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10%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−13.7%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무엇을 할지와 맞는지는 내가 판단했다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문서로(22건)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18건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결과를 직접 확인할 때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사정이 있는 거래와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흐름은 3달 평균이라 늦게 따라가고, 신고가 덜 들어온 최근 2달(9·10월)은 반영 못 한다. 1년이 지나면 3~5% 낮게 추정 — 갱신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 · 시점 지수 검증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 — 환경변수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33,363건 · 학습 최근 3년 14,401건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법정동코드·행정동 연계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공공데이터·행정안전부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 · 2026-09-30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 법정동 · 63개 행정동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30,551 · 연립 3,203 · 혼합 표기 132건(정제 후). 정제: 해제 2,188 · 낮은 이상치(수정 Z &lt; −3.5) 331 · 일괄 매매 합계 12 · 재건축 전 580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45.3% / 48.1%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/ 0.57 / 58.9%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 / 0.56 / 61.7%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 / 0.67 / 70.8%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 / 0.66 / 70.2%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 / 0.77 / 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 / 0.77 / 77.4%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268 / 0.84 / 88.1%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354 / 0.86 / 86.2%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2,524개를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시점 지수를 한국부동산원 지수와 비교</a:t>
            </a:r>
            <a:endParaRPr lang="en-US" sz="2600" dirty="0"/>
          </a:p>
        </p:txBody>
      </p:sp>
      <p:pic>
        <p:nvPicPr>
          <p:cNvPr id="4" name="Image 0" descr="C:\DA_WorkSpace\DA_Seoul_Villa_AVM\outputs\figures\reb_index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246419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299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463040"/>
                <a:gridCol w="2103120"/>
                <a:gridCol w="249905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3년(모델 학습 기간)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대상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수준 상관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변화 같은 방향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 변화(우리 / 부동산원)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+2.7%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+8.9% / +10.8%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동남권(주택가격동향조사)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+13.1% / +15.9%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감정평가 실무의 시점수정(구분건물은 다세대 매매가격지수)과 같은 역할. 공식 지수는 권역 단위라 구 단위인 우리 지수를 모델에 쓰고, 공식 지수는 검증에만 썼다. 강서는 회복을 덜 잡지만 검증에서 강서 추정이 낮게 치우치지 않았다(치우침 −1%) · 출처: 한국부동산원 R-ONE, docs/의사결정/1008_03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2026-10-08T07:19:03Z</dcterms:created>
  <dcterms:modified xsi:type="dcterms:W3CDTF">2026-10-08T07:19:03Z</dcterms:modified>
</cp:coreProperties>
</file>